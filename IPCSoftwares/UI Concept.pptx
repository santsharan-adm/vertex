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96F16-66FA-4979-AA1E-D3660C5C5534}" v="49" dt="2026-04-02T10:44:46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, Tarun (MTSL)" userId="cef9f6fe-8097-4ce8-97c7-deb8032ecd53" providerId="ADAL" clId="{E0560718-A77F-47F2-B76B-944A939D70EB}"/>
    <pc:docChg chg="undo custSel addSld modSld">
      <pc:chgData name="Shah, Tarun (MTSL)" userId="cef9f6fe-8097-4ce8-97c7-deb8032ecd53" providerId="ADAL" clId="{E0560718-A77F-47F2-B76B-944A939D70EB}" dt="2026-04-02T10:45:42.919" v="598" actId="20577"/>
      <pc:docMkLst>
        <pc:docMk/>
      </pc:docMkLst>
      <pc:sldChg chg="modSp new mod">
        <pc:chgData name="Shah, Tarun (MTSL)" userId="cef9f6fe-8097-4ce8-97c7-deb8032ecd53" providerId="ADAL" clId="{E0560718-A77F-47F2-B76B-944A939D70EB}" dt="2026-04-02T09:44:56.334" v="91" actId="20577"/>
        <pc:sldMkLst>
          <pc:docMk/>
          <pc:sldMk cId="2650774293" sldId="256"/>
        </pc:sldMkLst>
        <pc:spChg chg="mod">
          <ac:chgData name="Shah, Tarun (MTSL)" userId="cef9f6fe-8097-4ce8-97c7-deb8032ecd53" providerId="ADAL" clId="{E0560718-A77F-47F2-B76B-944A939D70EB}" dt="2026-04-02T09:44:56.334" v="91" actId="20577"/>
          <ac:spMkLst>
            <pc:docMk/>
            <pc:sldMk cId="2650774293" sldId="256"/>
            <ac:spMk id="2" creationId="{727EA206-B01C-6B37-320F-DCB2A70E8C84}"/>
          </ac:spMkLst>
        </pc:spChg>
      </pc:sldChg>
      <pc:sldChg chg="addSp delSp modSp new mod">
        <pc:chgData name="Shah, Tarun (MTSL)" userId="cef9f6fe-8097-4ce8-97c7-deb8032ecd53" providerId="ADAL" clId="{E0560718-A77F-47F2-B76B-944A939D70EB}" dt="2026-04-02T09:42:32.148" v="63" actId="20577"/>
        <pc:sldMkLst>
          <pc:docMk/>
          <pc:sldMk cId="1132891090" sldId="257"/>
        </pc:sldMkLst>
        <pc:spChg chg="mod">
          <ac:chgData name="Shah, Tarun (MTSL)" userId="cef9f6fe-8097-4ce8-97c7-deb8032ecd53" providerId="ADAL" clId="{E0560718-A77F-47F2-B76B-944A939D70EB}" dt="2026-04-02T09:42:32.148" v="63" actId="20577"/>
          <ac:spMkLst>
            <pc:docMk/>
            <pc:sldMk cId="1132891090" sldId="257"/>
            <ac:spMk id="2" creationId="{925F7214-BF3D-E20B-F513-0C37E63422E4}"/>
          </ac:spMkLst>
        </pc:spChg>
        <pc:spChg chg="del">
          <ac:chgData name="Shah, Tarun (MTSL)" userId="cef9f6fe-8097-4ce8-97c7-deb8032ecd53" providerId="ADAL" clId="{E0560718-A77F-47F2-B76B-944A939D70EB}" dt="2026-04-02T09:36:42.225" v="19"/>
          <ac:spMkLst>
            <pc:docMk/>
            <pc:sldMk cId="1132891090" sldId="257"/>
            <ac:spMk id="3" creationId="{0216778F-B061-3C7E-4A2B-7CC2947DE923}"/>
          </ac:spMkLst>
        </pc:spChg>
        <pc:graphicFrameChg chg="add mod modGraphic">
          <ac:chgData name="Shah, Tarun (MTSL)" userId="cef9f6fe-8097-4ce8-97c7-deb8032ecd53" providerId="ADAL" clId="{E0560718-A77F-47F2-B76B-944A939D70EB}" dt="2026-04-02T09:42:13.030" v="49"/>
          <ac:graphicFrameMkLst>
            <pc:docMk/>
            <pc:sldMk cId="1132891090" sldId="257"/>
            <ac:graphicFrameMk id="4" creationId="{73A19D26-E7F9-13EF-6734-D271548F4088}"/>
          </ac:graphicFrameMkLst>
        </pc:graphicFrameChg>
      </pc:sldChg>
      <pc:sldChg chg="addSp delSp modSp new mod">
        <pc:chgData name="Shah, Tarun (MTSL)" userId="cef9f6fe-8097-4ce8-97c7-deb8032ecd53" providerId="ADAL" clId="{E0560718-A77F-47F2-B76B-944A939D70EB}" dt="2026-04-02T10:45:42.919" v="598" actId="20577"/>
        <pc:sldMkLst>
          <pc:docMk/>
          <pc:sldMk cId="441131647" sldId="258"/>
        </pc:sldMkLst>
        <pc:spChg chg="mod">
          <ac:chgData name="Shah, Tarun (MTSL)" userId="cef9f6fe-8097-4ce8-97c7-deb8032ecd53" providerId="ADAL" clId="{E0560718-A77F-47F2-B76B-944A939D70EB}" dt="2026-04-02T09:47:36.444" v="163" actId="20577"/>
          <ac:spMkLst>
            <pc:docMk/>
            <pc:sldMk cId="441131647" sldId="258"/>
            <ac:spMk id="2" creationId="{DBD5AB3A-4709-9F6C-54EB-D4922122E8E9}"/>
          </ac:spMkLst>
        </pc:spChg>
        <pc:spChg chg="add del mod">
          <ac:chgData name="Shah, Tarun (MTSL)" userId="cef9f6fe-8097-4ce8-97c7-deb8032ecd53" providerId="ADAL" clId="{E0560718-A77F-47F2-B76B-944A939D70EB}" dt="2026-04-02T09:43:01.407" v="70"/>
          <ac:spMkLst>
            <pc:docMk/>
            <pc:sldMk cId="441131647" sldId="258"/>
            <ac:spMk id="3" creationId="{BB264380-D5A8-93D2-CC3B-5DF583967F94}"/>
          </ac:spMkLst>
        </pc:spChg>
        <pc:spChg chg="add del">
          <ac:chgData name="Shah, Tarun (MTSL)" userId="cef9f6fe-8097-4ce8-97c7-deb8032ecd53" providerId="ADAL" clId="{E0560718-A77F-47F2-B76B-944A939D70EB}" dt="2026-04-02T10:07:49.810" v="263" actId="11529"/>
          <ac:spMkLst>
            <pc:docMk/>
            <pc:sldMk cId="441131647" sldId="258"/>
            <ac:spMk id="10" creationId="{3F02E83A-678E-CFDA-B9CC-6E8FED7C7AB3}"/>
          </ac:spMkLst>
        </pc:spChg>
        <pc:spChg chg="add mod">
          <ac:chgData name="Shah, Tarun (MTSL)" userId="cef9f6fe-8097-4ce8-97c7-deb8032ecd53" providerId="ADAL" clId="{E0560718-A77F-47F2-B76B-944A939D70EB}" dt="2026-04-02T10:28:02.393" v="393" actId="207"/>
          <ac:spMkLst>
            <pc:docMk/>
            <pc:sldMk cId="441131647" sldId="258"/>
            <ac:spMk id="16" creationId="{BF651E6D-CAE4-9782-9553-0CFF2D2F3B9A}"/>
          </ac:spMkLst>
        </pc:spChg>
        <pc:spChg chg="add del">
          <ac:chgData name="Shah, Tarun (MTSL)" userId="cef9f6fe-8097-4ce8-97c7-deb8032ecd53" providerId="ADAL" clId="{E0560718-A77F-47F2-B76B-944A939D70EB}" dt="2026-04-02T10:28:52.610" v="395" actId="11529"/>
          <ac:spMkLst>
            <pc:docMk/>
            <pc:sldMk cId="441131647" sldId="258"/>
            <ac:spMk id="17" creationId="{BA81F6BF-3E55-52FD-8CF7-9BD3A8E034BF}"/>
          </ac:spMkLst>
        </pc:spChg>
        <pc:spChg chg="add del mod">
          <ac:chgData name="Shah, Tarun (MTSL)" userId="cef9f6fe-8097-4ce8-97c7-deb8032ecd53" providerId="ADAL" clId="{E0560718-A77F-47F2-B76B-944A939D70EB}" dt="2026-04-02T10:29:18.407" v="401" actId="11529"/>
          <ac:spMkLst>
            <pc:docMk/>
            <pc:sldMk cId="441131647" sldId="258"/>
            <ac:spMk id="18" creationId="{543FE0C0-3270-A4A0-17BF-67DCF67B6CC2}"/>
          </ac:spMkLst>
        </pc:spChg>
        <pc:spChg chg="add mod">
          <ac:chgData name="Shah, Tarun (MTSL)" userId="cef9f6fe-8097-4ce8-97c7-deb8032ecd53" providerId="ADAL" clId="{E0560718-A77F-47F2-B76B-944A939D70EB}" dt="2026-04-02T10:31:37.842" v="458" actId="14100"/>
          <ac:spMkLst>
            <pc:docMk/>
            <pc:sldMk cId="441131647" sldId="258"/>
            <ac:spMk id="19" creationId="{E3661F6F-D392-0BFF-FECB-56D1F82788D5}"/>
          </ac:spMkLst>
        </pc:spChg>
        <pc:spChg chg="add mod">
          <ac:chgData name="Shah, Tarun (MTSL)" userId="cef9f6fe-8097-4ce8-97c7-deb8032ecd53" providerId="ADAL" clId="{E0560718-A77F-47F2-B76B-944A939D70EB}" dt="2026-04-02T10:39:16.204" v="545" actId="20577"/>
          <ac:spMkLst>
            <pc:docMk/>
            <pc:sldMk cId="441131647" sldId="258"/>
            <ac:spMk id="20" creationId="{3E17FCB3-B9F1-0598-5AA7-030B67C4A4F1}"/>
          </ac:spMkLst>
        </pc:spChg>
        <pc:spChg chg="add mod">
          <ac:chgData name="Shah, Tarun (MTSL)" userId="cef9f6fe-8097-4ce8-97c7-deb8032ecd53" providerId="ADAL" clId="{E0560718-A77F-47F2-B76B-944A939D70EB}" dt="2026-04-02T10:38:58.741" v="533" actId="20577"/>
          <ac:spMkLst>
            <pc:docMk/>
            <pc:sldMk cId="441131647" sldId="258"/>
            <ac:spMk id="21" creationId="{B4951DCE-7C21-5A7D-9822-EF97B92F2131}"/>
          </ac:spMkLst>
        </pc:spChg>
        <pc:spChg chg="add mod">
          <ac:chgData name="Shah, Tarun (MTSL)" userId="cef9f6fe-8097-4ce8-97c7-deb8032ecd53" providerId="ADAL" clId="{E0560718-A77F-47F2-B76B-944A939D70EB}" dt="2026-04-02T10:37:19.224" v="531" actId="14100"/>
          <ac:spMkLst>
            <pc:docMk/>
            <pc:sldMk cId="441131647" sldId="258"/>
            <ac:spMk id="22" creationId="{81A4A1BD-EEEB-9954-49D5-54E5D409E113}"/>
          </ac:spMkLst>
        </pc:spChg>
        <pc:spChg chg="add mod">
          <ac:chgData name="Shah, Tarun (MTSL)" userId="cef9f6fe-8097-4ce8-97c7-deb8032ecd53" providerId="ADAL" clId="{E0560718-A77F-47F2-B76B-944A939D70EB}" dt="2026-04-02T10:34:12.243" v="484" actId="255"/>
          <ac:spMkLst>
            <pc:docMk/>
            <pc:sldMk cId="441131647" sldId="258"/>
            <ac:spMk id="23" creationId="{73931674-F4B8-41F9-FB62-18B2E7E95926}"/>
          </ac:spMkLst>
        </pc:spChg>
        <pc:spChg chg="add mod">
          <ac:chgData name="Shah, Tarun (MTSL)" userId="cef9f6fe-8097-4ce8-97c7-deb8032ecd53" providerId="ADAL" clId="{E0560718-A77F-47F2-B76B-944A939D70EB}" dt="2026-04-02T10:36:38.460" v="530" actId="1036"/>
          <ac:spMkLst>
            <pc:docMk/>
            <pc:sldMk cId="441131647" sldId="258"/>
            <ac:spMk id="24" creationId="{EB7DAEDE-F188-B72C-5417-A5EA1111F0A3}"/>
          </ac:spMkLst>
        </pc:spChg>
        <pc:spChg chg="add mod">
          <ac:chgData name="Shah, Tarun (MTSL)" userId="cef9f6fe-8097-4ce8-97c7-deb8032ecd53" providerId="ADAL" clId="{E0560718-A77F-47F2-B76B-944A939D70EB}" dt="2026-04-02T10:36:13.916" v="520" actId="20577"/>
          <ac:spMkLst>
            <pc:docMk/>
            <pc:sldMk cId="441131647" sldId="258"/>
            <ac:spMk id="25" creationId="{33A4FB3E-9F10-3EF3-5551-009032689122}"/>
          </ac:spMkLst>
        </pc:spChg>
        <pc:spChg chg="add mod">
          <ac:chgData name="Shah, Tarun (MTSL)" userId="cef9f6fe-8097-4ce8-97c7-deb8032ecd53" providerId="ADAL" clId="{E0560718-A77F-47F2-B76B-944A939D70EB}" dt="2026-04-02T10:36:07.869" v="518" actId="20577"/>
          <ac:spMkLst>
            <pc:docMk/>
            <pc:sldMk cId="441131647" sldId="258"/>
            <ac:spMk id="26" creationId="{0ADBACC4-19B4-665F-FF66-09F466B8B9ED}"/>
          </ac:spMkLst>
        </pc:spChg>
        <pc:graphicFrameChg chg="add mod">
          <ac:chgData name="Shah, Tarun (MTSL)" userId="cef9f6fe-8097-4ce8-97c7-deb8032ecd53" providerId="ADAL" clId="{E0560718-A77F-47F2-B76B-944A939D70EB}" dt="2026-04-02T09:43:01.166" v="69"/>
          <ac:graphicFrameMkLst>
            <pc:docMk/>
            <pc:sldMk cId="441131647" sldId="258"/>
            <ac:graphicFrameMk id="4" creationId="{D24E1030-DAAD-D1A4-07A2-56BE1104E785}"/>
          </ac:graphicFrameMkLst>
        </pc:graphicFrameChg>
        <pc:graphicFrameChg chg="add mod modGraphic">
          <ac:chgData name="Shah, Tarun (MTSL)" userId="cef9f6fe-8097-4ce8-97c7-deb8032ecd53" providerId="ADAL" clId="{E0560718-A77F-47F2-B76B-944A939D70EB}" dt="2026-04-02T10:26:04.722" v="332" actId="2165"/>
          <ac:graphicFrameMkLst>
            <pc:docMk/>
            <pc:sldMk cId="441131647" sldId="258"/>
            <ac:graphicFrameMk id="5" creationId="{5685838B-8ED7-4737-845F-8AFF09CF9AE9}"/>
          </ac:graphicFrameMkLst>
        </pc:graphicFrameChg>
        <pc:graphicFrameChg chg="add mod">
          <ac:chgData name="Shah, Tarun (MTSL)" userId="cef9f6fe-8097-4ce8-97c7-deb8032ecd53" providerId="ADAL" clId="{E0560718-A77F-47F2-B76B-944A939D70EB}" dt="2026-04-02T09:48:06.542" v="196" actId="1076"/>
          <ac:graphicFrameMkLst>
            <pc:docMk/>
            <pc:sldMk cId="441131647" sldId="258"/>
            <ac:graphicFrameMk id="6" creationId="{AD35A393-39AA-E417-6A99-BD1D35DA1AF7}"/>
          </ac:graphicFrameMkLst>
        </pc:graphicFrameChg>
        <pc:graphicFrameChg chg="add del mod modGraphic">
          <ac:chgData name="Shah, Tarun (MTSL)" userId="cef9f6fe-8097-4ce8-97c7-deb8032ecd53" providerId="ADAL" clId="{E0560718-A77F-47F2-B76B-944A939D70EB}" dt="2026-04-02T10:44:58.586" v="567" actId="478"/>
          <ac:graphicFrameMkLst>
            <pc:docMk/>
            <pc:sldMk cId="441131647" sldId="258"/>
            <ac:graphicFrameMk id="7" creationId="{84D7BA86-1A8B-2E62-686A-76D135E064ED}"/>
          </ac:graphicFrameMkLst>
        </pc:graphicFrameChg>
        <pc:graphicFrameChg chg="add mod">
          <ac:chgData name="Shah, Tarun (MTSL)" userId="cef9f6fe-8097-4ce8-97c7-deb8032ecd53" providerId="ADAL" clId="{E0560718-A77F-47F2-B76B-944A939D70EB}" dt="2026-04-02T10:04:55.853" v="248"/>
          <ac:graphicFrameMkLst>
            <pc:docMk/>
            <pc:sldMk cId="441131647" sldId="258"/>
            <ac:graphicFrameMk id="8" creationId="{2C554B8D-D6AE-EC7A-8E9A-883DA2078CC8}"/>
          </ac:graphicFrameMkLst>
        </pc:graphicFrameChg>
        <pc:graphicFrameChg chg="add mod modGraphic">
          <ac:chgData name="Shah, Tarun (MTSL)" userId="cef9f6fe-8097-4ce8-97c7-deb8032ecd53" providerId="ADAL" clId="{E0560718-A77F-47F2-B76B-944A939D70EB}" dt="2026-04-02T10:27:15.934" v="367" actId="1076"/>
          <ac:graphicFrameMkLst>
            <pc:docMk/>
            <pc:sldMk cId="441131647" sldId="258"/>
            <ac:graphicFrameMk id="9" creationId="{3A54E226-B4CA-0476-287C-DC6DD3BFEFAF}"/>
          </ac:graphicFrameMkLst>
        </pc:graphicFrameChg>
        <pc:graphicFrameChg chg="add del mod modGraphic">
          <ac:chgData name="Shah, Tarun (MTSL)" userId="cef9f6fe-8097-4ce8-97c7-deb8032ecd53" providerId="ADAL" clId="{E0560718-A77F-47F2-B76B-944A939D70EB}" dt="2026-04-02T10:44:06.266" v="556" actId="478"/>
          <ac:graphicFrameMkLst>
            <pc:docMk/>
            <pc:sldMk cId="441131647" sldId="258"/>
            <ac:graphicFrameMk id="15" creationId="{CFFAF8C2-E1BF-3E61-502B-34AD1971A5E7}"/>
          </ac:graphicFrameMkLst>
        </pc:graphicFrameChg>
        <pc:graphicFrameChg chg="add mod modGraphic">
          <ac:chgData name="Shah, Tarun (MTSL)" userId="cef9f6fe-8097-4ce8-97c7-deb8032ecd53" providerId="ADAL" clId="{E0560718-A77F-47F2-B76B-944A939D70EB}" dt="2026-04-02T10:45:33.764" v="582" actId="20577"/>
          <ac:graphicFrameMkLst>
            <pc:docMk/>
            <pc:sldMk cId="441131647" sldId="258"/>
            <ac:graphicFrameMk id="29" creationId="{101405FC-D649-6096-7306-346EE70084F3}"/>
          </ac:graphicFrameMkLst>
        </pc:graphicFrameChg>
        <pc:graphicFrameChg chg="add mod modGraphic">
          <ac:chgData name="Shah, Tarun (MTSL)" userId="cef9f6fe-8097-4ce8-97c7-deb8032ecd53" providerId="ADAL" clId="{E0560718-A77F-47F2-B76B-944A939D70EB}" dt="2026-04-02T10:45:42.919" v="598" actId="20577"/>
          <ac:graphicFrameMkLst>
            <pc:docMk/>
            <pc:sldMk cId="441131647" sldId="258"/>
            <ac:graphicFrameMk id="30" creationId="{01C2AAAC-42CD-F096-3E48-7B2A5AAA1480}"/>
          </ac:graphicFrameMkLst>
        </pc:graphicFrameChg>
        <pc:picChg chg="add del mod">
          <ac:chgData name="Shah, Tarun (MTSL)" userId="cef9f6fe-8097-4ce8-97c7-deb8032ecd53" providerId="ADAL" clId="{E0560718-A77F-47F2-B76B-944A939D70EB}" dt="2026-04-02T10:40:02.314" v="546" actId="478"/>
          <ac:picMkLst>
            <pc:docMk/>
            <pc:sldMk cId="441131647" sldId="258"/>
            <ac:picMk id="12" creationId="{819350C7-21C2-DE46-E397-4951978162E1}"/>
          </ac:picMkLst>
        </pc:picChg>
        <pc:picChg chg="add mod">
          <ac:chgData name="Shah, Tarun (MTSL)" userId="cef9f6fe-8097-4ce8-97c7-deb8032ecd53" providerId="ADAL" clId="{E0560718-A77F-47F2-B76B-944A939D70EB}" dt="2026-04-02T10:27:28.191" v="368" actId="14100"/>
          <ac:picMkLst>
            <pc:docMk/>
            <pc:sldMk cId="441131647" sldId="258"/>
            <ac:picMk id="14" creationId="{61D71C69-0A77-ABBC-B2E0-E13DCA14555A}"/>
          </ac:picMkLst>
        </pc:picChg>
        <pc:picChg chg="add mod">
          <ac:chgData name="Shah, Tarun (MTSL)" userId="cef9f6fe-8097-4ce8-97c7-deb8032ecd53" providerId="ADAL" clId="{E0560718-A77F-47F2-B76B-944A939D70EB}" dt="2026-04-02T10:40:08.408" v="548" actId="1076"/>
          <ac:picMkLst>
            <pc:docMk/>
            <pc:sldMk cId="441131647" sldId="258"/>
            <ac:picMk id="28" creationId="{28D9ADDD-A21D-7755-D0A8-D4DE5808EF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CF64-21ED-6D5F-3C81-DD117AE3D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5B998-1503-7598-A8B1-75420FDAA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A24F-7DAC-D7DF-47EF-4DAFC65E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0027B-F91F-60D0-58A2-F8D95B62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A940-769D-F22E-058E-50BA981D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3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F58A-F60A-60D1-F58A-D3F39198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68C77-D134-3FA9-3865-A5C3D8472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83800-526D-DB1D-B8AA-96CFA49C2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7E122-D72C-B6B6-19E8-20879E46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6E84C-EB5F-0C3C-45FD-C8EDBF28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9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8A4A-F7C2-9ADC-350D-41EDAAAB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94CFB-15D5-01A0-E3A0-6D377D87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2BC5C-A035-33AA-07A7-A83F284F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D530-03AA-49B7-4919-0A846551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DE5E-82D7-24FA-4071-FF880A63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1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CEEC-6A27-5ECE-E427-473FB875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C299-046E-6462-C45C-6D03F378A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7A663-BE2E-33E2-8A92-6E78B6D09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F93CC-9D78-5513-8B5E-A9A691B9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EC142-3CFF-60B1-2C47-1605061F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07896-01FF-7605-F876-47FC2841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7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24C3-A7E5-D2B8-A782-0472180A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5C9A-2165-90E3-BFE6-2A1D0E0DF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848BC-0E98-965C-1735-3E52FCA36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0CF92-360B-BA2C-D2FF-8C1DCB363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89AB8-E6FB-A301-1569-1D304D888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219B3-6985-E37F-AAEF-794358CD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94782-E741-BE98-18B4-E028D47C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C92C3-CAF3-4532-DF66-F09E7E20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C8DF-57BF-F791-58AA-970BE451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B21F3-6579-4F60-4233-1755E7CA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4DFED-E17D-313A-3C58-9A7728B5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A8521-73C1-9342-C40C-9B33AA2C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1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34DF0-0E7D-5E26-D43B-A12696E4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A4434-19B4-7F13-E096-A96E2034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3BBD-0D7E-59BB-ABD9-1BA6755C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8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4270-94C1-6831-1A7A-9D8312D8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6E4E-9FBF-38BA-63E6-E3355403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47C18-1E98-F087-3A9C-4E34907A4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74F6D-D560-F85A-0652-8C30E43E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ECF67-58E5-0E75-9A04-07A5AA42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79482-357F-538E-CCAB-49FDBF94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4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8329-34C4-31C0-A32F-82BFD7D1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D188D-68B7-417C-94CA-FB6DCA860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843C7-F091-979E-0158-5C8F409DD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D9370-4643-74CC-AB12-8B134FB8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51591-8D0E-775F-9FA8-7CB9A123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EFE0-C4D8-1DF1-5950-EEF1756A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3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E5A8-D421-19B8-F2A1-22FF12FD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61D29-EFD4-BF90-B22E-492DAEEDB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23B3F-B58D-E2CE-D0E2-1EE1E335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73B82-4BB4-C5C1-6F72-A86BF689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A4202-A84D-4DFC-4EFD-5D41D06D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95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1A71D-BEDD-0C0E-EF7B-03FA01139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F87F2-5F7B-E31D-7C9F-11F84582B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F0780-F44B-220D-FF7E-E27C2E55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5745-337F-CA41-F2C7-CFEF9EBB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86F4A-F279-AF51-C469-0B7E2BB5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0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4CE2B-8F70-13DE-428D-77B064AF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2F5C4-14C0-7B1F-FE97-7A6FED748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ABDF5-9562-04C0-E169-A801A989F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9005B-7B74-43A8-BC19-414E07C1858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923E9-9805-B91E-07B2-96007560E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5E25-B524-3C04-0C8E-6037331E6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E0BC3-9FC4-4958-B59D-C8E4AC1EF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A206-B01C-6B37-320F-DCB2A70E8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 Data Flow Concept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94C70-DD86-A317-8D66-F8DBDD04A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7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7214-BF3D-E20B-F513-0C37E634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A19D26-E7F9-13EF-6734-D271548F4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587779"/>
              </p:ext>
            </p:extLst>
          </p:nvPr>
        </p:nvGraphicFramePr>
        <p:xfrm>
          <a:off x="2889607" y="2427925"/>
          <a:ext cx="5430146" cy="2929684"/>
        </p:xfrm>
        <a:graphic>
          <a:graphicData uri="http://schemas.openxmlformats.org/drawingml/2006/table">
            <a:tbl>
              <a:tblPr/>
              <a:tblGrid>
                <a:gridCol w="845266">
                  <a:extLst>
                    <a:ext uri="{9D8B030D-6E8A-4147-A177-3AD203B41FA5}">
                      <a16:colId xmlns:a16="http://schemas.microsoft.com/office/drawing/2014/main" val="3362378269"/>
                    </a:ext>
                  </a:extLst>
                </a:gridCol>
                <a:gridCol w="1628152">
                  <a:extLst>
                    <a:ext uri="{9D8B030D-6E8A-4147-A177-3AD203B41FA5}">
                      <a16:colId xmlns:a16="http://schemas.microsoft.com/office/drawing/2014/main" val="1436743805"/>
                    </a:ext>
                  </a:extLst>
                </a:gridCol>
                <a:gridCol w="1478364">
                  <a:extLst>
                    <a:ext uri="{9D8B030D-6E8A-4147-A177-3AD203B41FA5}">
                      <a16:colId xmlns:a16="http://schemas.microsoft.com/office/drawing/2014/main" val="3835353987"/>
                    </a:ext>
                  </a:extLst>
                </a:gridCol>
                <a:gridCol w="1478364">
                  <a:extLst>
                    <a:ext uri="{9D8B030D-6E8A-4147-A177-3AD203B41FA5}">
                      <a16:colId xmlns:a16="http://schemas.microsoft.com/office/drawing/2014/main" val="4138586910"/>
                    </a:ext>
                  </a:extLst>
                </a:gridCol>
              </a:tblGrid>
              <a:tr h="2527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 Specifications: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991519"/>
                  </a:ext>
                </a:extLst>
              </a:tr>
              <a:tr h="3361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US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Specs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443054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Heater Temp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35883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839598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113367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054123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06063"/>
                  </a:ext>
                </a:extLst>
              </a:tr>
              <a:tr h="3901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ø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21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89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AB3A-4709-9F6C-54EB-D4922122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897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 Data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685838B-8ED7-4737-845F-8AFF09CF9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999042"/>
              </p:ext>
            </p:extLst>
          </p:nvPr>
        </p:nvGraphicFramePr>
        <p:xfrm>
          <a:off x="838202" y="799820"/>
          <a:ext cx="10515596" cy="2078766"/>
        </p:xfrm>
        <a:graphic>
          <a:graphicData uri="http://schemas.openxmlformats.org/drawingml/2006/table">
            <a:tbl>
              <a:tblPr/>
              <a:tblGrid>
                <a:gridCol w="578840">
                  <a:extLst>
                    <a:ext uri="{9D8B030D-6E8A-4147-A177-3AD203B41FA5}">
                      <a16:colId xmlns:a16="http://schemas.microsoft.com/office/drawing/2014/main" val="3551300902"/>
                    </a:ext>
                  </a:extLst>
                </a:gridCol>
                <a:gridCol w="1543574">
                  <a:extLst>
                    <a:ext uri="{9D8B030D-6E8A-4147-A177-3AD203B41FA5}">
                      <a16:colId xmlns:a16="http://schemas.microsoft.com/office/drawing/2014/main" val="1416663697"/>
                    </a:ext>
                  </a:extLst>
                </a:gridCol>
                <a:gridCol w="786861">
                  <a:extLst>
                    <a:ext uri="{9D8B030D-6E8A-4147-A177-3AD203B41FA5}">
                      <a16:colId xmlns:a16="http://schemas.microsoft.com/office/drawing/2014/main" val="3010098915"/>
                    </a:ext>
                  </a:extLst>
                </a:gridCol>
                <a:gridCol w="786861">
                  <a:extLst>
                    <a:ext uri="{9D8B030D-6E8A-4147-A177-3AD203B41FA5}">
                      <a16:colId xmlns:a16="http://schemas.microsoft.com/office/drawing/2014/main" val="2600758188"/>
                    </a:ext>
                  </a:extLst>
                </a:gridCol>
                <a:gridCol w="786861">
                  <a:extLst>
                    <a:ext uri="{9D8B030D-6E8A-4147-A177-3AD203B41FA5}">
                      <a16:colId xmlns:a16="http://schemas.microsoft.com/office/drawing/2014/main" val="4104544301"/>
                    </a:ext>
                  </a:extLst>
                </a:gridCol>
                <a:gridCol w="940615">
                  <a:extLst>
                    <a:ext uri="{9D8B030D-6E8A-4147-A177-3AD203B41FA5}">
                      <a16:colId xmlns:a16="http://schemas.microsoft.com/office/drawing/2014/main" val="214813268"/>
                    </a:ext>
                  </a:extLst>
                </a:gridCol>
                <a:gridCol w="940615">
                  <a:extLst>
                    <a:ext uri="{9D8B030D-6E8A-4147-A177-3AD203B41FA5}">
                      <a16:colId xmlns:a16="http://schemas.microsoft.com/office/drawing/2014/main" val="4125598612"/>
                    </a:ext>
                  </a:extLst>
                </a:gridCol>
                <a:gridCol w="940615">
                  <a:extLst>
                    <a:ext uri="{9D8B030D-6E8A-4147-A177-3AD203B41FA5}">
                      <a16:colId xmlns:a16="http://schemas.microsoft.com/office/drawing/2014/main" val="3148345766"/>
                    </a:ext>
                  </a:extLst>
                </a:gridCol>
                <a:gridCol w="578840">
                  <a:extLst>
                    <a:ext uri="{9D8B030D-6E8A-4147-A177-3AD203B41FA5}">
                      <a16:colId xmlns:a16="http://schemas.microsoft.com/office/drawing/2014/main" val="4201100189"/>
                    </a:ext>
                  </a:extLst>
                </a:gridCol>
                <a:gridCol w="578840">
                  <a:extLst>
                    <a:ext uri="{9D8B030D-6E8A-4147-A177-3AD203B41FA5}">
                      <a16:colId xmlns:a16="http://schemas.microsoft.com/office/drawing/2014/main" val="3216398862"/>
                    </a:ext>
                  </a:extLst>
                </a:gridCol>
                <a:gridCol w="578840">
                  <a:extLst>
                    <a:ext uri="{9D8B030D-6E8A-4147-A177-3AD203B41FA5}">
                      <a16:colId xmlns:a16="http://schemas.microsoft.com/office/drawing/2014/main" val="548795580"/>
                    </a:ext>
                  </a:extLst>
                </a:gridCol>
                <a:gridCol w="578840">
                  <a:extLst>
                    <a:ext uri="{9D8B030D-6E8A-4147-A177-3AD203B41FA5}">
                      <a16:colId xmlns:a16="http://schemas.microsoft.com/office/drawing/2014/main" val="2652959593"/>
                    </a:ext>
                  </a:extLst>
                </a:gridCol>
                <a:gridCol w="895394">
                  <a:extLst>
                    <a:ext uri="{9D8B030D-6E8A-4147-A177-3AD203B41FA5}">
                      <a16:colId xmlns:a16="http://schemas.microsoft.com/office/drawing/2014/main" val="1596703976"/>
                    </a:ext>
                  </a:extLst>
                </a:gridCol>
              </a:tblGrid>
              <a:tr h="3621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</a:t>
                      </a:r>
                    </a:p>
                  </a:txBody>
                  <a:tcPr marL="9055" marR="9055" marT="9055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QR code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Heater Temp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1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Heater Temp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2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Heater Temp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3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1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2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3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ø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Result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117268"/>
                  </a:ext>
                </a:extLst>
              </a:tr>
              <a:tr h="181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Specs: Min 50 - Max 60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Specs: Min 5 - Max 10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&gt;1 - &lt;2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&gt;3 - &lt;4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&gt;5 - &lt;6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&gt;7 - &lt;8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53522"/>
                  </a:ext>
                </a:extLst>
              </a:tr>
              <a:tr h="18109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42648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89794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655604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16780"/>
                  </a:ext>
                </a:extLst>
              </a:tr>
              <a:tr h="18109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ABCD12345A001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2720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ABCD12345A002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96969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ABCD12345A003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OK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35543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NG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8220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54E226-B4CA-0476-287C-DC6DD3BFE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16136"/>
              </p:ext>
            </p:extLst>
          </p:nvPr>
        </p:nvGraphicFramePr>
        <p:xfrm>
          <a:off x="838200" y="3109117"/>
          <a:ext cx="2690612" cy="1205865"/>
        </p:xfrm>
        <a:graphic>
          <a:graphicData uri="http://schemas.openxmlformats.org/drawingml/2006/table">
            <a:tbl>
              <a:tblPr bandRow="1"/>
              <a:tblGrid>
                <a:gridCol w="672653">
                  <a:extLst>
                    <a:ext uri="{9D8B030D-6E8A-4147-A177-3AD203B41FA5}">
                      <a16:colId xmlns:a16="http://schemas.microsoft.com/office/drawing/2014/main" val="3942839941"/>
                    </a:ext>
                  </a:extLst>
                </a:gridCol>
                <a:gridCol w="672653">
                  <a:extLst>
                    <a:ext uri="{9D8B030D-6E8A-4147-A177-3AD203B41FA5}">
                      <a16:colId xmlns:a16="http://schemas.microsoft.com/office/drawing/2014/main" val="671040134"/>
                    </a:ext>
                  </a:extLst>
                </a:gridCol>
                <a:gridCol w="672653">
                  <a:extLst>
                    <a:ext uri="{9D8B030D-6E8A-4147-A177-3AD203B41FA5}">
                      <a16:colId xmlns:a16="http://schemas.microsoft.com/office/drawing/2014/main" val="1054544752"/>
                    </a:ext>
                  </a:extLst>
                </a:gridCol>
                <a:gridCol w="672653">
                  <a:extLst>
                    <a:ext uri="{9D8B030D-6E8A-4147-A177-3AD203B41FA5}">
                      <a16:colId xmlns:a16="http://schemas.microsoft.com/office/drawing/2014/main" val="40559155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161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Bend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341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2076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2083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xx.xx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50451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1D71C69-0A77-ABBC-B2E0-E13DCA14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739" y="3950955"/>
            <a:ext cx="1436056" cy="20787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F651E6D-CAE4-9782-9553-0CFF2D2F3B9A}"/>
              </a:ext>
            </a:extLst>
          </p:cNvPr>
          <p:cNvSpPr/>
          <p:nvPr/>
        </p:nvSpPr>
        <p:spPr>
          <a:xfrm>
            <a:off x="3863662" y="3109117"/>
            <a:ext cx="5808372" cy="3395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E3661F6F-D392-0BFF-FECB-56D1F82788D5}"/>
              </a:ext>
            </a:extLst>
          </p:cNvPr>
          <p:cNvSpPr/>
          <p:nvPr/>
        </p:nvSpPr>
        <p:spPr>
          <a:xfrm>
            <a:off x="0" y="2109143"/>
            <a:ext cx="838200" cy="502276"/>
          </a:xfrm>
          <a:prstGeom prst="borderCallout1">
            <a:avLst>
              <a:gd name="adj1" fmla="val 103365"/>
              <a:gd name="adj2" fmla="val 54663"/>
              <a:gd name="adj3" fmla="val 133013"/>
              <a:gd name="adj4" fmla="val 1014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First lot scanned </a:t>
            </a:r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3E17FCB3-B9F1-0598-5AA7-030B67C4A4F1}"/>
              </a:ext>
            </a:extLst>
          </p:cNvPr>
          <p:cNvSpPr/>
          <p:nvPr/>
        </p:nvSpPr>
        <p:spPr>
          <a:xfrm>
            <a:off x="0" y="1122993"/>
            <a:ext cx="888642" cy="502276"/>
          </a:xfrm>
          <a:prstGeom prst="borderCallout1">
            <a:avLst>
              <a:gd name="adj1" fmla="val 103365"/>
              <a:gd name="adj2" fmla="val 54663"/>
              <a:gd name="adj3" fmla="val 133013"/>
              <a:gd name="adj4" fmla="val 1014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Second lot scanned.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Move to 3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B4951DCE-7C21-5A7D-9822-EF97B92F2131}"/>
              </a:ext>
            </a:extLst>
          </p:cNvPr>
          <p:cNvSpPr/>
          <p:nvPr/>
        </p:nvSpPr>
        <p:spPr>
          <a:xfrm>
            <a:off x="0" y="4465466"/>
            <a:ext cx="838200" cy="582996"/>
          </a:xfrm>
          <a:prstGeom prst="borderCallout1">
            <a:avLst>
              <a:gd name="adj1" fmla="val 103365"/>
              <a:gd name="adj2" fmla="val 54663"/>
              <a:gd name="adj3" fmla="val 133013"/>
              <a:gd name="adj4" fmla="val 1014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Third lot scanned.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Move to 4 </a:t>
            </a:r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81A4A1BD-EEEB-9954-49D5-54E5D409E113}"/>
              </a:ext>
            </a:extLst>
          </p:cNvPr>
          <p:cNvSpPr/>
          <p:nvPr/>
        </p:nvSpPr>
        <p:spPr>
          <a:xfrm>
            <a:off x="0" y="5500081"/>
            <a:ext cx="838200" cy="582996"/>
          </a:xfrm>
          <a:prstGeom prst="borderCallout1">
            <a:avLst>
              <a:gd name="adj1" fmla="val 103365"/>
              <a:gd name="adj2" fmla="val 54663"/>
              <a:gd name="adj3" fmla="val 133013"/>
              <a:gd name="adj4" fmla="val 10148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New lot scanned.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Move to 2 </a:t>
            </a:r>
          </a:p>
        </p:txBody>
      </p:sp>
      <p:sp>
        <p:nvSpPr>
          <p:cNvPr id="23" name="Heptagon 22">
            <a:extLst>
              <a:ext uri="{FF2B5EF4-FFF2-40B4-BE49-F238E27FC236}">
                <a16:creationId xmlns:a16="http://schemas.microsoft.com/office/drawing/2014/main" id="{73931674-F4B8-41F9-FB62-18B2E7E95926}"/>
              </a:ext>
            </a:extLst>
          </p:cNvPr>
          <p:cNvSpPr/>
          <p:nvPr/>
        </p:nvSpPr>
        <p:spPr>
          <a:xfrm>
            <a:off x="0" y="5242503"/>
            <a:ext cx="283335" cy="25757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4" name="Heptagon 23">
            <a:extLst>
              <a:ext uri="{FF2B5EF4-FFF2-40B4-BE49-F238E27FC236}">
                <a16:creationId xmlns:a16="http://schemas.microsoft.com/office/drawing/2014/main" id="{EB7DAEDE-F188-B72C-5417-A5EA1111F0A3}"/>
              </a:ext>
            </a:extLst>
          </p:cNvPr>
          <p:cNvSpPr/>
          <p:nvPr/>
        </p:nvSpPr>
        <p:spPr>
          <a:xfrm>
            <a:off x="0" y="4220825"/>
            <a:ext cx="283335" cy="25757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5" name="Heptagon 24">
            <a:extLst>
              <a:ext uri="{FF2B5EF4-FFF2-40B4-BE49-F238E27FC236}">
                <a16:creationId xmlns:a16="http://schemas.microsoft.com/office/drawing/2014/main" id="{33A4FB3E-9F10-3EF3-5551-009032689122}"/>
              </a:ext>
            </a:extLst>
          </p:cNvPr>
          <p:cNvSpPr/>
          <p:nvPr/>
        </p:nvSpPr>
        <p:spPr>
          <a:xfrm>
            <a:off x="-2" y="1851565"/>
            <a:ext cx="283335" cy="25757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6" name="Heptagon 25">
            <a:extLst>
              <a:ext uri="{FF2B5EF4-FFF2-40B4-BE49-F238E27FC236}">
                <a16:creationId xmlns:a16="http://schemas.microsoft.com/office/drawing/2014/main" id="{0ADBACC4-19B4-665F-FF66-09F466B8B9ED}"/>
              </a:ext>
            </a:extLst>
          </p:cNvPr>
          <p:cNvSpPr/>
          <p:nvPr/>
        </p:nvSpPr>
        <p:spPr>
          <a:xfrm>
            <a:off x="-3" y="857309"/>
            <a:ext cx="283335" cy="257578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D9ADDD-A21D-7755-D0A8-D4DE5808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07" y="3337541"/>
            <a:ext cx="5420481" cy="2838846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01405FC-D649-6096-7306-346EE7008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668860"/>
              </p:ext>
            </p:extLst>
          </p:nvPr>
        </p:nvGraphicFramePr>
        <p:xfrm>
          <a:off x="838200" y="4461963"/>
          <a:ext cx="2122414" cy="948835"/>
        </p:xfrm>
        <a:graphic>
          <a:graphicData uri="http://schemas.openxmlformats.org/drawingml/2006/table">
            <a:tbl>
              <a:tblPr/>
              <a:tblGrid>
                <a:gridCol w="578840">
                  <a:extLst>
                    <a:ext uri="{9D8B030D-6E8A-4147-A177-3AD203B41FA5}">
                      <a16:colId xmlns:a16="http://schemas.microsoft.com/office/drawing/2014/main" val="2633222408"/>
                    </a:ext>
                  </a:extLst>
                </a:gridCol>
                <a:gridCol w="1543574">
                  <a:extLst>
                    <a:ext uri="{9D8B030D-6E8A-4147-A177-3AD203B41FA5}">
                      <a16:colId xmlns:a16="http://schemas.microsoft.com/office/drawing/2014/main" val="2975680651"/>
                    </a:ext>
                  </a:extLst>
                </a:gridCol>
              </a:tblGrid>
              <a:tr h="181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Lot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at Bend-1/2 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443334"/>
                  </a:ext>
                </a:extLst>
              </a:tr>
              <a:tr h="18109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ABCD12345A009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79671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ABCD12345A010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533381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ABCD12345A011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2796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ABCD12345A012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36156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1C2AAAC-42CD-F096-3E48-7B2A5AAA1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11226"/>
              </p:ext>
            </p:extLst>
          </p:nvPr>
        </p:nvGraphicFramePr>
        <p:xfrm>
          <a:off x="838200" y="5500081"/>
          <a:ext cx="2122414" cy="948835"/>
        </p:xfrm>
        <a:graphic>
          <a:graphicData uri="http://schemas.openxmlformats.org/drawingml/2006/table">
            <a:tbl>
              <a:tblPr/>
              <a:tblGrid>
                <a:gridCol w="578840">
                  <a:extLst>
                    <a:ext uri="{9D8B030D-6E8A-4147-A177-3AD203B41FA5}">
                      <a16:colId xmlns:a16="http://schemas.microsoft.com/office/drawing/2014/main" val="2633222408"/>
                    </a:ext>
                  </a:extLst>
                </a:gridCol>
                <a:gridCol w="1543574">
                  <a:extLst>
                    <a:ext uri="{9D8B030D-6E8A-4147-A177-3AD203B41FA5}">
                      <a16:colId xmlns:a16="http://schemas.microsoft.com/office/drawing/2014/main" val="2975680651"/>
                    </a:ext>
                  </a:extLst>
                </a:gridCol>
              </a:tblGrid>
              <a:tr h="181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Lot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QR Code Scanned </a:t>
                      </a:r>
                    </a:p>
                  </a:txBody>
                  <a:tcPr marL="9055" marR="9055" marT="90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443334"/>
                  </a:ext>
                </a:extLst>
              </a:tr>
              <a:tr h="181095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055" marR="9055" marT="905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ABCD12345A013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79671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ABCD12345A014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533381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ABCD12345A015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2796"/>
                  </a:ext>
                </a:extLst>
              </a:tr>
              <a:tr h="1810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ABCD12345A016</a:t>
                      </a:r>
                    </a:p>
                  </a:txBody>
                  <a:tcPr marL="9055" marR="9055" marT="905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361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13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314</Words>
  <Application>Microsoft Office PowerPoint</Application>
  <PresentationFormat>Widescreen</PresentationFormat>
  <Paragraphs>199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Process Data Flow Concept</vt:lpstr>
      <vt:lpstr>Specifications</vt:lpstr>
      <vt:lpstr>Process Data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Shah, Tarun (MTSL)</dc:creator>
  <cp:lastModifiedBy>Shah, Tarun (MTSL)</cp:lastModifiedBy>
  <cp:revision>1</cp:revision>
  <dcterms:created xsi:type="dcterms:W3CDTF">2026-04-02T09:36:00Z</dcterms:created>
  <dcterms:modified xsi:type="dcterms:W3CDTF">2026-04-02T10:45:47Z</dcterms:modified>
</cp:coreProperties>
</file>